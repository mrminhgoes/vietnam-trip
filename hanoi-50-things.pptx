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7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8ECE6"/>
                </a:solidFill>
                <a:latin typeface="Be Vietnam Pro"/>
              </a:rPr>
              <a:t>HÀ NỘI · VIETNAM TRIP · 19–27 NOV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Be Vietnam Pro"/>
              </a:rPr>
              <a:t>50 things to do in Hanoi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D8ECE6"/>
                </a:solidFill>
                <a:latin typeface="Be Vietnam Pro"/>
              </a:rPr>
              <a:t>One page per activity, grouped by area so you can plan each day.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D8ECE6"/>
                </a:solidFill>
                <a:latin typeface="Be Vietnam Pro"/>
              </a:rPr>
              <a:t>Sifat, Anhad, Anidhya, Minh and Jaylen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8ECE6"/>
                </a:solidFill>
                <a:latin typeface="Be Vietnam Pro"/>
              </a:rPr>
              <a:t>★ = already in your itinerary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Old Quarter streets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Get lost in the 36 streets of the Old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Phố Cổ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Wander streets still named after their trades: silver, tin, silk, paper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Duck into narrow tube houses, temples and hidden courtyards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Snack your way through: bánh mì, chè and fresh fruit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Each street was named for the trade once sold there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weekend night market Hang Dao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Old Quarter weekend night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Chợ đêm Hàng Đào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Browse clothes, souvenirs and knock-off everything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Practise bargaining (start around half the asking price)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Eat grilled skewers and sugarcane juice as you walk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Runs Fri–Sun evenings, so it's on for 20–22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Train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Coffee on Train Street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Phố Đường Tàu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Sip coffee inches from the tracks in a tiny café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the train squeeze past the houses (check the timetable)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Be respectful; access changes, so follow café staff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Access is sometimes restricted by police; ask a café to let you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Ta Hien Beer Street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Beer Street on Tạ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Phố Tạ 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Sit on plastic stools with cheap bia hơi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People-watch the busiest street in the Old Quarter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Hop between bars and street snacks late into the 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Plastic stools, cheap beer, loud and busy at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cooking class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Cooking class with a market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Lớp học nấu 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Shop for ingredients at a local wet market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Learn to make phở, nem rán or bún chả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Eat everything you cooked at the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Most start with a walk through a local wet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5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street food tour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Night street food walking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Tour ẩm thực đêm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8–10 dishes in one evening with a local guide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Learn the hidden alley spots locals actually eat at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Ask the guide about allergies before you 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Easiest way to try 8–10 dishes in one evening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6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Dong Xuan Market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Đồng Xuân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Chợ Đồng Xuân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Explore Hanoi's biggest covered market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Shop for fabric, dried goods, souvenirs and snacks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Eat at the food stalls around the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Biggest covered market in Hanoi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7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Hang Gai silk street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Silk shopping on Hàng Gai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Phố Hàng Gai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Shop for silk scarves, ties and embroidered bags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on áo dài, Vietnam's traditional dress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Compare a few shops before you buy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Scarves, áo dài and tailors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8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Bach Ma Temple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Bạch Mã Temple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Đền Bạch Mã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Visit the oldest temple in the Old Quarter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white horse legend behind Hanoi's walls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Pop in for a quick, peaceful break from the streets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Oldest temple in the Old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9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87 Ma May heritage house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Heritage House at 87 Mã Mây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Nhà cổ 87 Mã Mây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Explore a restored 19th-century merchant tube house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how families lived around open-air courtyards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craft demos when they're 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Restored 19th-century tube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10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cyclo ride Old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Cyclo ride through the Old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Xích lô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Ride a pedal-powered cyclo through the narrow streets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Sit back and take photos at street level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Agree the price and time before you get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Agree the price per hour before you get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11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tailor shop suit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Get clothes tailored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May đo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Get a suit, shirt or dress made to measure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Pick your own fabric and style from photos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Go on day one so there's time for a fitting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Suits and dresses in 24–48 hours. Go early in the trip for fittings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12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Vietnamese foot massage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Foot massage after a long walking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Massage chân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Get an hour-long foot and leg massage after walking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a herbal foot soak first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Tip your therapist; it's expected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Old Quarter spas, about an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13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Ca tru performance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Ca trù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Ca trù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Hear ca trù, a centuries-old style of sung poetry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the singer keep rhythm with clappers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Shows are small and intimate in the Old Quarter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Traditional sung poetry, UNESCO-listed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14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Hang Ma street Hanoi lanterns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Hàng Mã street for lanterns and paper decorations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Phố Hàng Mã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Browse paper lanterns, decorations and festival goods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Take photos under strings of colourful lanterns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Buy cheap, light souvenirs to bring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Very photogenic, especially at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15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hidden cafe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OLD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Hunt for hidden cafés up narrow stairwells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Cà phê ẩn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Climb narrow stairwells to cafés hidden above shops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Sit on balconies looking over the lake or streets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coconut coffee or salt coffee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Many have lake or street views from the top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16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Hoan Kiem Lake sunrise tai 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Walk Hoàn Kiếm Lake at dawn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Hồ Hoàn Kiếm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the 1.7 km loop around the lake before the heat and traffic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Join locals doing tai chi, badminton and group dancing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Grab a street-side coffee and watch the city wake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Locals do tai chi and group dancing from about 5:30am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17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Ngoc Son Temple The Huc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Ngọc Sơn Temple and the red Thê Húc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Đền Ngọc Sơn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Cross the red Thê Húc Bridge onto Jade Island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preserved giant turtle said to be from the lake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Photograph the bridge from the shore when it's lit at 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Small island temple in the middle of the 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18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Thang Long water puppet theatre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Thăng Long water puppet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Múa rối nước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wooden puppets dance on water to live music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Hear traditional instruments like the đàn bầu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Book front-row seats a day ahead; the splash zone is fun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About 50 minutes with live traditional music. Book a day 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19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Hoa Lo Prison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Hỏa Lò Prison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Nhà tù Hỏa Lò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cells used under French rule and in the Vietnam War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Find the flight suit of US pilot John McCain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the evening tour for a moodier visit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The "Hanoi Hilton". Ask about the evening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20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Vietnamese Women's Museum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Vietnamese Women's Museum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Bảo tàng Phụ nữ Việt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wedding traditions, motherhood and street-vendor stories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Learn about women soldiers and their role in the wars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Check out ethnic costumes and jewellery from all over Vietnam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Consistently one of the best museums in the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21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St Joseph's Cathedral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St Joseph's Cathedral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Nhà thờ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neo-Gothic cathedral built by the French in 1886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Peek inside at its stained-glass windows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Sit on tiny stools outside with a lime iced tea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Neo-Gothic, 1886. Lime tea stalls on the steps outside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22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Opera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Hanoi Opera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Nhà hát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Admire the French colonial building modelled on Paris's opera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Catch a show such as the Lune bamboo circus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Photograph it lit up at 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Catch a show or just see it lit up at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23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egg coffee Cafe Giang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Egg coffee where it was invented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Cà phê Giảng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the original egg coffee where it was invented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Order it hot (served in a bowl of warm water) or iced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egg cocoa or egg beer if you're feeling brave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Mr Giảng came up with it in 1946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24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Hoan Kiem Lake rooftop bar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Rooftop drink overlooking Hoàn Kiếm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Quán rooftop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Drink cocktails or coffee high above the lake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the traffic swirl around the roundabout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Go before sunset to see day turn to 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Go just before sunset for the city 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25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Hoan Kiem walking street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Hoàn Kiếm walking street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Phố đi bộ Hồ Gươm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car-free streets around the lake on Fri–Sun nights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Join street games like tug of war and jump rope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buskers, dancers and street performers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Fri–Sun evenings the roads close to traffic. Street games and buskers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26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Binh Minh Jazz Club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HOÀN KIẾM LAKE &amp; FRENCH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Live jazz at Binh Minh Jazz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Câu lạc bộ Jazz Bình Minh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Listen to live jazz from top Vietnamese musicians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Grab a drink in a cosy club behind the Opera House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Shows start in the evening; arrive early for seats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Behind the Opera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27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Ho Chi Minh Mausoleum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Hồ Chí Minh Mausoleum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Lăng Chủ tịch Hồ Chí Minh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Hồ Chí Minh lying in state (morning visits only)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the changing of the guard on Ba Đình Square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Dress modestly and stay silent inside; no phones or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Usually closed Mondays and Fridays and mornings only, so check before 20 Nov. Cover shoulders and knees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28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Presidential Palace Hanoi Ho Chi Minh stilt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Presidential Palace and Uncle Hồ's stilt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Phủ Chủ tịch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yellow French colonial Presidential Palace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to the simple wooden stilt house where Hồ lived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Stroll the gardens and the carp pond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Same complex as the mausoleum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29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One Pillar Pagoda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One Pillar Pagoda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Chùa Một Cột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tiny pagoda balanced on a single stone pillar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Learn the 11th-century legend behind it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Combine it with the mausoleum, which is a two-minute walk 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Built to look like a lotus rising from the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30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Temple of Literature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Temple of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Văn Miếu – Quốc Tử Giám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through five courtyards of Vietnam's first university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stone stelae on turtles listing old scholars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students in graduation gowns posing for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Vietnam's first university, founded 1070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31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Imperial Citadel of Thang 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Imperial Citadel of Thăng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Hoàng thành Thăng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through the old royal citadel, a UNESCO site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Go down into the war-time bunkers used by army command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archaeological digs showing 1,300 years of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UNESCO World Heritage site with tunnels and bunkers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32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Lotte Center Hanoi observation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Lotte Center observation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Đài quan sát Lotte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all of Hanoi from the 65th floor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Step out onto the glass-floored skywalk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Go at dusk to see the city lights come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65th floor, glass skywalk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33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Vietnam Fine Arts Museum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Vietnam Fine Arts Museum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Bảo tàng Mỹ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lacquer and silk paintings by Vietnamese artists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Check out the bold propaganda posters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Spend an hour somewhere quiet and air-conditioned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Lacquer, silk painting and propaganda posters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34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B-52 wreckage Huu Tiep Lake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B-52 wreck in Hữu Tiệp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Hồ Hữu Tiệp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tail of a B-52 bomber sticking out of a pond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Learn about the 1972 Christmas bombings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It's a quick stop in a quiet residential 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Bomber wreckage still sitting in a small neighbourhood pond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35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Flag Tower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BA ĐÌNH: MAUSOLEUM &amp; CITADEL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Hanoi Flag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Cột cờ Hà Nội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1812 flag tower, one of the few citadel parts left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Look up at the giant flag flying on top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Combine it with the Citadel across the road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Built in 1812, one of the few citadel structures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36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Tran Quoc Pagoda West Lake sunset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WEST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Sunset at Trấn Quốc Pagoda on West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Chùa Trấn Quốc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11-storey red brick stupa on its own little island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the sun set over West Lake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along Thanh Niên road between the two lakes afterwards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Hanoi's oldest pagoda, about 1,500 years 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37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Quan Thanh Temple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WEST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Quán Thánh Temple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Đền Quán Thánh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giant 4-tonne bronze statue of Trấn Vũ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Light incense in a quiet Taoist courtyard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to Trúc Bạch Lake right next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Taoist temple with a huge bronze statue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38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West Lake Hanoi cycling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WEST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Cycle around West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Đạp xe Hồ Tây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Rent bikes and ride the 17 km loop around West Lake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Stop at lakeside cafés and pagodas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Ride at sunset for the best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About 17 km loop with lots of cafés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39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Long Bien Bridge Hanoi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RED RIVER &amp; LONG BIÊN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Walk across Long Biên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Cầu Long Biên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the pedestrian lane over the Red River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trains rumble past just a metre away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banana plantations on the river island below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French-built in 1903; trains and scooters only, great at sunset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40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ceramic mosaic mural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RED RIVER &amp; LONG BIÊN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Ceramic Mosaic Mural on the Red River dyke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Con đường gốm sứ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along the colourful mosaic wall by the Red River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Spot scenes from Vietnamese history in the tiles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Take group photos against the brightest panels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Nearly 4 km long, once a Guinness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41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Vietnam Museum of Ethnology Hanoi stilt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CẦU GIẤY (WEST, ~20 MIN BY GRAB)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Vietnam Museum of Ethnology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Bảo tàng Dân tộc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Learn about all 54 ethnic groups of Vietnam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Climb into full-size stilt houses and a tall Bahnar communal house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Catch a water puppet show in the garden if one's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Full-size stilt and communal houses outside. Closed Mondays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42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Hanoi Vespa tour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ANYWHERE IN THE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Vespa or motorbike tour of the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Tour xe máy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Ride on the back of a vintage Vespa with a local driver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the city's landmarks and back streets at night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Stop for street food and a beer along the 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Ride pillion with a local driver, no licence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43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Vietnamese karaoke room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ANYWHERE IN THE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Karaoke night with the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Hát karaoke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Book a private karaoke room for the five of you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Sing English and Vietnamese hits with fruit and drinks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Go late after dinner; rooms are cheap by the hour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Book a private room for the five of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44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Bat Trang ceramic village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DAY TRIPS OUT OF HANOI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Make a pot in Bát Tràng ceramic village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Làng gốm Bát Tràng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Throw your own pot on a potter's wheel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Paint a ceramic piece to take home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Shop for cheap, beautiful bowls and mugs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About 40 minutes from the Old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45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Van Phuc silk village umbrella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DAY TRIPS OUT OF HANOI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Vạn Phúc silk village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Làng lụa Vạn Phúc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Watch silk being woven on old looms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under the lane of hanging colourful umbrellas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Buy silk at village prices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Weaving village with an umbrella-covered 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46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Trang An boat ride Ninh Binh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DAY TRIPS OUT OF HANOI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Ninh Bình day trip: Tràng An boat 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Tràng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Get rowed through limestone caves and rice paddies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Choose a route through 3 to 9 caves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Spot temples tucked between the cliffs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Rowed through caves and rice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47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Hang Mua viewpoint Ninh Binh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DAY TRIPS OUT OF HANOI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Climb Hang Múa viewpoint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Hang Múa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Climb about 500 steps to a ridge shaped like a dragon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Look out over the rice fields and Tam Cốc river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Go in the late afternoon for softer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BE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A87200"/>
                </a:solidFill>
                <a:latin typeface="Be Vietnam Pro"/>
              </a:rPr>
              <a:t>★ In your plan · </a:t>
            </a:r>
            <a:r>
              <a:rPr sz="1400">
                <a:solidFill>
                  <a:srgbClr val="12221E"/>
                </a:solidFill>
                <a:latin typeface="Be Vietnam Pro"/>
              </a:rPr>
              <a:t>About 500 steps for the best view in Ninh Bình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48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Perfume Pagoda Chua Huong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DAY TRIPS OUT OF HANOI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Perfume Pagoda day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Chùa Hương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Take a rowboat along a river through limestone hills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Ride a cable car up to Hương Tích Cave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See a cave temple full of incense and shrines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Boat ride then cable car to a cave temple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49 /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760720" cy="5943600"/>
          </a:xfrm>
          <a:prstGeom prst="roundRect">
            <a:avLst>
              <a:gd name="adj" fmla="val 4000"/>
            </a:avLst>
          </a:prstGeom>
          <a:solidFill>
            <a:srgbClr val="D8ECE6"/>
          </a:solidFill>
          <a:ln w="19050">
            <a:solidFill>
              <a:srgbClr val="0D7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D7560"/>
                </a:solidFill>
                <a:latin typeface="Be Vietnam Pro"/>
              </a:rPr>
              <a:t>Add photo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B66"/>
                </a:solidFill>
                <a:latin typeface="Be Vietnam Pro"/>
              </a:rPr>
              <a:t>Insert → Image → Search the web, then search: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2221E"/>
                </a:solidFill>
                <a:latin typeface="Be Vietnam Pro"/>
              </a:rPr>
              <a:t>Duong Lam ancient village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502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7560"/>
                </a:solidFill>
                <a:latin typeface="Be Vietnam Pro"/>
              </a:rPr>
              <a:t>DAY TRIPS OUT OF HANOI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868680"/>
            <a:ext cx="5120640" cy="1417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221E"/>
                </a:solidFill>
                <a:latin typeface="Be Vietnam Pro"/>
              </a:rPr>
              <a:t>Đường Lâm ancient village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377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A6B66"/>
                </a:solidFill>
                <a:latin typeface="Be Vietnam Pro"/>
              </a:rPr>
              <a:t>Làng cổ Đường Lâm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66"/>
                </a:solidFill>
                <a:latin typeface="Be Vietnam Pro"/>
              </a:rP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756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Walk lanes lined with old laterite-stone houses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Visit 400-year-old family homes and a communal hall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2221E"/>
                </a:solidFill>
                <a:latin typeface="Be Vietnam Pro"/>
              </a:rPr>
              <a:t>•  Try local snacks like chè lam and peanut candy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440680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400">
                <a:solidFill>
                  <a:srgbClr val="0D7560"/>
                </a:solidFill>
                <a:latin typeface="Be Vietnam Pro"/>
              </a:rPr>
              <a:t>Tip: </a:t>
            </a:r>
            <a:r>
              <a:rPr sz="1400">
                <a:solidFill>
                  <a:srgbClr val="12221E"/>
                </a:solidFill>
                <a:latin typeface="Be Vietnam Pro"/>
              </a:rPr>
              <a:t>Laterite-stone houses about 1.5 hours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6473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B66"/>
                </a:solidFill>
                <a:latin typeface="Be Vietnam Pro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